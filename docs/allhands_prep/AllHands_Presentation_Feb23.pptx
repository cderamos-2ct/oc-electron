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status update — a strategic alignment. Portfolio, Klippa risk, 95% solution, 4 decisions. By 3:30 we have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isolated projects — all sit on top of Clarity. Each project proves the model for the next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Clarity is the skeleton key. Everything after March 10 is faster, cheaper, more reliable — we stop rebuilding the wheel per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segment needs speed, accuracy, and iteration without waiting on a third party.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60% accuracy means rework on 4 in 10 documents. In BPO that's a business model problem. And they have no contractual obligation to fix it. Pause here.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moment. Claude outperforms Klippa on every metric. Proven in testing. Own our stack or keep depending on someone else's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ripping out Klippa overnight. Smart, funded transition. Every annotation engagement invests in our capability. By Q3 we own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Eric has been championing this direction. Today we make it concrete. This week: Eric and I sit down on architecture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Lean but squeezed. Two support-role technicians free the dev team. Klippa licensing savings offset the cost. Net neutral to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explicit. Name each decision. Name each owner. Leave the room with commitments, not nods.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Confident. Not asking permission — asking for the structure that makes delivery possible. Every ask serves the partners' outcomes, not just 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space. Don't fill silence. Hard questions mean they're engaged — that's exactly what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Helvetica Neue"/>
              </a:rPr>
              <a:t>Building Our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AACCFF"/>
                </a:solidFill>
                <a:latin typeface="Helvetica Neue"/>
              </a:rPr>
              <a:t>Strategy, Risk and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AACC"/>
                </a:solidFill>
                <a:latin typeface="Helvetica Neue"/>
              </a:rPr>
              <a:t>February 23, 2026  ·  2:30 PM MST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688AA"/>
                </a:solidFill>
              </a:rPr>
              <a:t>Where we are.  What we've learned.  What we need from this room.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9 Projects. 4 Verticals. 1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AFF"/>
                </a:solidFill>
                <a:latin typeface="Helvetica Neue"/>
              </a:rPr>
              <a:t>BPO: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City of LA  ·  POP System ($105,143 active revenue)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Manufacturing: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Hatco  ·  G&amp;C  (proving the model now)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Legal: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Litify  ·  Fendon Law  (compliance + workflow)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Business Development: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Presario  ·  POA/Whitewolf  ·  ERP/eCommerce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Team: 9.3 FTE via PrintDeed   ·   Cost: $11,200/month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All 9 projects share one foundation: Clarity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Clarity: The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AFF"/>
                </a:solidFill>
                <a:latin typeface="Helvetica Neue"/>
              </a:rPr>
              <a:t>Status:     90% complete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Beta:       February 28 — THIS FRIDAY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Go-Live:    March 7–10, 2026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Stack: .NET 8  ·  Next.js  ·  PostgreSQL  ·  Redis  ·  AWS ECS Fargate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Multi-tenant  ·  Document validation  ·  Vendor-agnostic architecture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This is not a client tool.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It is shared infrastructure for all four verticals.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The Four Verticals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AFF"/>
                </a:solidFill>
                <a:latin typeface="Helvetica Neue"/>
              </a:rPr>
              <a:t>BPO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Largest TAM. Billions of pages annually. The whale.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Manufacturing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Proving it NOW with Hatco + G&amp;C. Order processing, vendor quotes.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Legal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Litify/Fendon. Higher compliance requirements. Higher margins.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Medical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ERP/eCommerce play. Highest regulatory lift. Highest switching cost.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One platform serves all four.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That is the enterprise value multiplier.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The Klippa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Helvetica Neue"/>
              </a:rPr>
              <a:t>1.  Multiple templates per vendor — unsustainable at scale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Helvetica Neue"/>
              </a:rPr>
              <a:t>2.  30+ page documents time out — manufacturing and legal blocked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Helvetica Neue"/>
              </a:rPr>
              <a:t>3.  Table extraction fails — vendor format variance breaks the parser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Helvetica Neue"/>
              </a:rPr>
              <a:t>4.  OCR accuracy: 60% confidence — names, emails, instructions missed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Helvetica Neue"/>
              </a:rPr>
              <a:t>5.  EU data routing (Germany) — latency + US data residency risk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FFFFFF"/>
                </a:solidFill>
                <a:latin typeface="Helvetica Neue"/>
              </a:rPr>
              <a:t>6.  SER/Klippa accountability gap — they say it is not their problem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Klippa works for simple cases.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We are not building for simple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60% vs 95% — The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3E3E"/>
                </a:solidFill>
                <a:latin typeface="Helvetica Neue"/>
              </a:rPr>
              <a:t>Klippa:    60% confidence   $0.15/doc   4–6 week iteration cycle</a:t>
            </a:r>
          </a:p>
          <a:p>
            <a:pPr algn="l"/>
            <a:r>
              <a:rPr sz="2000" b="1">
                <a:solidFill>
                  <a:srgbClr val="22AD6E"/>
                </a:solidFill>
                <a:latin typeface="Helvetica Neue"/>
              </a:rPr>
              <a:t>Claude AI: 95% confidence   $0.08/doc   24-hour iteration cycle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35-point accuracy gap.</a:t>
            </a:r>
          </a:p>
          <a:p>
            <a:pPr algn="l"/>
            <a:r>
              <a:rPr sz="2600" b="1">
                <a:solidFill>
                  <a:srgbClr val="007AFF"/>
                </a:solidFill>
                <a:latin typeface="Helvetica Neue"/>
              </a:rPr>
              <a:t>47% cost reduction.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12x faster iteration.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We have already tested this. The data is real.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The question is not whether we can build our own.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The question is how fast we 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The Bridge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Phase 1  (Now – Apr 30)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Klippa in production.  Claude extraction layer in parallel build.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Phase 2  (May – Jun)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Annotation partnership — clients label docs, we train our models on their dime.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Phase 3  (Jul+)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Claude-based extraction in production.  Klippa = fallback only.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The key insight: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Annotation work we are paid to do = training data for our own models.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We learn on their infrastructure while we build ours.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Zero production downtime.  Revenue-generating migration.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The Platform We Are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Clarity = Single Source of Truth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One data model  ·  One audit trail  ·  One permission system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Extraction  →  Validation  →  Workflow automation  →  Rules engine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Each client: same platform, same data model, custom workflows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True SaaS repeatability across all four verticals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This is not a services business.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This is a platform business.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The difference is equity.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Resource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Team: 9.3 FTE via PrintDeed   ·   Monthly burn: $11,200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Current constraint: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Context-switching between client fires and platform investment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No capacity buffer for unplanned scope drops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The ask: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+2 low-wage technicians   ($1,500 – $2,000/month total)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Data QA  ·  Document ops  ·  Client support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Frees developers to stay on high-value platform work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2600" b="1">
                <a:solidFill>
                  <a:srgbClr val="007AFF"/>
                </a:solidFill>
                <a:latin typeface="Helvetica Neue"/>
              </a:rPr>
              <a:t>Net cost after Klippa savings:  approximately $0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Four Decisions We Need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JOHN — VG Merger Formalization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Close operational and legal gaps. Timeline: 30 days. Schedule this week.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ALL — Governance: How Project Asks Reach Me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Formal intake. Written requests. Capacity check before commitment.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MARK + CRAIG — Two Additional Technicians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$1,500–2,000/month. QA and data ops. Frees developer capacity.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ALL — ERP/eCommerce: Go, Partner, or Defer?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Real customers. Real revenue potential. Group decision — not a default handoff.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Four asks.  Four decisions.  By 3:30.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1430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What I Am Committing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36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I am ready to take on an expanded strategic role.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I will own: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  Platform roadmap  ·  Vendor relationships  ·  Vertical strategy  ·  Technical delivery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March 10   —   Clarity live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April 30   —   Claude-based extraction beta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June 30    —   Three verticals generating revenue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Monthly reporting to Todd and Mark on financials, milestones, utilization.</a:t>
            </a:r>
          </a:p>
          <a:p>
            <a:pPr algn="l">
              <a:spcBef>
                <a:spcPts val="600"/>
              </a:spcBef>
            </a:pPr>
            <a:r>
              <a:rPr sz="800"/>
              <a:t/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I will take the downside.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Helvetica Neue"/>
              </a:rPr>
              <a:t>Give me the 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Helvetica Neue"/>
              </a:rPr>
              <a:t>Ask the hard questions.</a:t>
            </a:r>
          </a:p>
          <a:p>
            <a:pPr algn="ctr"/>
            <a:r>
              <a:rPr sz="3600" b="1">
                <a:solidFill>
                  <a:srgbClr val="007AFF"/>
                </a:solidFill>
                <a:latin typeface="Helvetica Neue"/>
              </a:rPr>
              <a:t>Surface the concerns.</a:t>
            </a:r>
          </a:p>
          <a:p>
            <a:pPr algn="ctr"/>
            <a:r>
              <a:rPr sz="3600" b="0">
                <a:solidFill>
                  <a:srgbClr val="FFFFFF"/>
                </a:solidFill>
                <a:latin typeface="Helvetica Neue"/>
              </a:rPr>
              <a:t>Let's get to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